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F54DA7-E63B-0079-8055-8875131F2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F11901-B508-E4F6-9A27-86D3FD4EF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59F84-4F1D-3487-1FCD-62737153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03AFCB-D33B-1797-351E-E18AD2DB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2EB8DF-8A97-68F3-8D26-1A1132BC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8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B1EBD-AB2B-DD3B-7D8C-A718604E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53199-9638-7E8B-D61F-16FB8C9AC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148DDF-322E-9C67-033C-543001E7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DD0BC6-D224-607C-4AAF-1069BD46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B9A93-DDD8-07FC-02BC-5D83076B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37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50234-2E17-5E89-A0F6-A15674B67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37EAD0-30E5-1237-70FE-C4975D6E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65927-8901-71DE-DBB4-17B92545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2E9E6A-BD46-90FF-60DD-61DF6C50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B56E7A-63BE-0904-7F6B-26B17C0B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15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66398F-3A9A-3637-4414-D4BE25A5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71260-B05A-BE24-2338-2C6690375D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B19436-37EA-3FC4-0C03-927469D3A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2929A5-BE02-9A16-922C-B29FE987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90E157-FF88-B752-65AF-49620C057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D746E1-CED6-AF84-60B3-64D32B44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26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58410-8A23-D98B-D456-7BA55248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C00703-5FB7-CA38-D6A6-19B2F3343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FB36AA-CD0B-FA68-38D9-8BC2E377D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420BDA-0D74-EB4F-D873-4D8B4266E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46534C-44CA-CC59-BC7C-C2712B515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7AD578-3AED-5781-B4FA-3ED99647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49E24D-78BF-A3CF-1BBE-1D39A247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091CA9-36B6-8554-CB8E-49CB5405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295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D2DE1-DBBC-EDB8-FC32-FE96AB02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DC77C8-11C7-11B0-A1EF-20747D3D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C5D068-B2FE-4EE6-45D0-56612E9F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6E62A3-157C-2623-B288-C2583E21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7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F2F839-E3C8-D2A2-0568-64D9F3ACC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A5B301-1E2B-CE65-B6F3-748E5C301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56A27D-73D5-78AF-B533-1B2BD7AA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06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528A0-94B0-9D89-0A37-05AD793F9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405377-77D2-4EA9-DC35-19754AACB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08C285-EE86-40C1-B3BF-DB6885C2E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837662-2FEA-0A47-1822-CBA6C2DF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C5E3FF-FF98-161B-34B6-DAF24D43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D3F0C-714F-1C8E-7A4B-3C8217FD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6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3F14D-9A3F-AFF1-4604-61974345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C52C79-43CB-FF55-AEA7-569631D9C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C994DD-C5D9-D5E2-E100-F0B4F7EB9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B26196-E5B6-0BDA-8314-7734D8D3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281AEB-0796-3D89-01F9-4F6157E7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2192B0-F7B6-3B4E-070A-AE3DC67B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74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C734A-FA7B-15EB-5E37-6BD5F1E62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511CB3-BF87-709C-4036-FE1C8E0C0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3BD78-6C2A-E5A5-D08B-CD19C8B1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BD955-E1A9-A1EF-2EAA-EE811DDC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9B7D29-1F9D-9BBE-213A-443CEDB1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22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301812-99B7-FF09-ED53-085884469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3253B1-A478-2392-91C3-86C1C2CED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887D43-9E14-7C58-B6EF-E0A4ED1A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CA77FC-D8F5-F4AF-BBDE-7A0A221B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CE0958-DF38-C4E2-C95B-210BB7DB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076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57668AB-F0EB-AAF0-7367-3C5C4CF4D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89A7D5-152B-84D5-3DBC-CB84749CA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C4068-31F1-65E9-0172-2373D549A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BC18B-650E-48BF-B0F4-BBE7963F20DF}" type="datetimeFigureOut">
              <a:rPr lang="ko-KR" altLang="en-US" smtClean="0"/>
              <a:t>2026-03-26 Thu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8B231F-5447-66EE-4BB9-EAD168C59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B7D68-EF6D-FCB1-3892-AE9909D2E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82042-DC2E-42C7-8742-3003C1BD87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78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89693C-DBE0-1379-4F0D-B2E2E7F5F0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7" t="12630" r="13021" b="11008"/>
          <a:stretch>
            <a:fillRect/>
          </a:stretch>
        </p:blipFill>
        <p:spPr>
          <a:xfrm>
            <a:off x="2538766" y="640680"/>
            <a:ext cx="5586060" cy="557664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4540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GarpSu Kim</dc:creator>
  <cp:lastModifiedBy>GarpSu Kim</cp:lastModifiedBy>
  <cp:revision>2</cp:revision>
  <dcterms:created xsi:type="dcterms:W3CDTF">2026-03-26T02:18:30Z</dcterms:created>
  <dcterms:modified xsi:type="dcterms:W3CDTF">2026-03-26T07:59:14Z</dcterms:modified>
</cp:coreProperties>
</file>